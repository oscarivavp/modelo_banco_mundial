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1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9990-E977-4590-B94A-B865D7F5A6D2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EA4A-72EA-4D50-99CB-3D76B483F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698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9990-E977-4590-B94A-B865D7F5A6D2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EA4A-72EA-4D50-99CB-3D76B483F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9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9990-E977-4590-B94A-B865D7F5A6D2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EA4A-72EA-4D50-99CB-3D76B483F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83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9990-E977-4590-B94A-B865D7F5A6D2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EA4A-72EA-4D50-99CB-3D76B483F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07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9990-E977-4590-B94A-B865D7F5A6D2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EA4A-72EA-4D50-99CB-3D76B483F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10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9990-E977-4590-B94A-B865D7F5A6D2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EA4A-72EA-4D50-99CB-3D76B483F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3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9990-E977-4590-B94A-B865D7F5A6D2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EA4A-72EA-4D50-99CB-3D76B483F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1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9990-E977-4590-B94A-B865D7F5A6D2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EA4A-72EA-4D50-99CB-3D76B483F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48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9990-E977-4590-B94A-B865D7F5A6D2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EA4A-72EA-4D50-99CB-3D76B483F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5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9990-E977-4590-B94A-B865D7F5A6D2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EA4A-72EA-4D50-99CB-3D76B483F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9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9990-E977-4590-B94A-B865D7F5A6D2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EA4A-72EA-4D50-99CB-3D76B483F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41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39990-E977-4590-B94A-B865D7F5A6D2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7EA4A-72EA-4D50-99CB-3D76B483F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3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36413" y="1646396"/>
            <a:ext cx="3258766" cy="36933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Weather Generator (Section 2)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54290" y="2702566"/>
            <a:ext cx="3258766" cy="36933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Hydrology model (Section 3)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178144" y="2701527"/>
            <a:ext cx="3846389" cy="36933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Water Demand model (Section 4)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178143" y="3909509"/>
            <a:ext cx="3846389" cy="36933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Water System Model (Section 6)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842601" y="4965679"/>
            <a:ext cx="3846389" cy="36933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Performance Metrics (Section 7)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254291" y="3911755"/>
            <a:ext cx="3258766" cy="36933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Water Quality Model(Section 5)</a:t>
            </a:r>
            <a:endParaRPr lang="en-US" dirty="0"/>
          </a:p>
        </p:txBody>
      </p:sp>
      <p:cxnSp>
        <p:nvCxnSpPr>
          <p:cNvPr id="12" name="Elbow Connector 11"/>
          <p:cNvCxnSpPr>
            <a:stCxn id="5" idx="2"/>
            <a:endCxn id="6" idx="0"/>
          </p:cNvCxnSpPr>
          <p:nvPr/>
        </p:nvCxnSpPr>
        <p:spPr>
          <a:xfrm rot="5400000">
            <a:off x="4481316" y="1418086"/>
            <a:ext cx="686838" cy="1882123"/>
          </a:xfrm>
          <a:prstGeom prst="bentConnector3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5" idx="2"/>
            <a:endCxn id="7" idx="0"/>
          </p:cNvCxnSpPr>
          <p:nvPr/>
        </p:nvCxnSpPr>
        <p:spPr>
          <a:xfrm rot="16200000" flipH="1">
            <a:off x="6590668" y="1190855"/>
            <a:ext cx="685799" cy="2335543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6" idx="2"/>
            <a:endCxn id="10" idx="0"/>
          </p:cNvCxnSpPr>
          <p:nvPr/>
        </p:nvCxnSpPr>
        <p:spPr>
          <a:xfrm rot="16200000" flipH="1">
            <a:off x="3463745" y="3491825"/>
            <a:ext cx="839857" cy="1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6" idx="2"/>
            <a:endCxn id="8" idx="0"/>
          </p:cNvCxnSpPr>
          <p:nvPr/>
        </p:nvCxnSpPr>
        <p:spPr>
          <a:xfrm rot="16200000" flipH="1">
            <a:off x="5573700" y="1381870"/>
            <a:ext cx="837611" cy="4217665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7" idx="2"/>
            <a:endCxn id="10" idx="0"/>
          </p:cNvCxnSpPr>
          <p:nvPr/>
        </p:nvCxnSpPr>
        <p:spPr>
          <a:xfrm rot="5400000">
            <a:off x="5572059" y="1382475"/>
            <a:ext cx="840896" cy="4217665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10" idx="2"/>
            <a:endCxn id="9" idx="0"/>
          </p:cNvCxnSpPr>
          <p:nvPr/>
        </p:nvCxnSpPr>
        <p:spPr>
          <a:xfrm rot="16200000" flipH="1">
            <a:off x="4482439" y="3682322"/>
            <a:ext cx="684592" cy="1882122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8" idx="2"/>
            <a:endCxn id="9" idx="0"/>
          </p:cNvCxnSpPr>
          <p:nvPr/>
        </p:nvCxnSpPr>
        <p:spPr>
          <a:xfrm rot="5400000">
            <a:off x="6590148" y="3454489"/>
            <a:ext cx="686838" cy="2335542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0" idx="3"/>
            <a:endCxn id="8" idx="1"/>
          </p:cNvCxnSpPr>
          <p:nvPr/>
        </p:nvCxnSpPr>
        <p:spPr>
          <a:xfrm flipV="1">
            <a:off x="5513057" y="4094175"/>
            <a:ext cx="665086" cy="224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272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Baptiste Francois</dc:creator>
  <cp:lastModifiedBy>Baptiste Francois</cp:lastModifiedBy>
  <cp:revision>1</cp:revision>
  <dcterms:created xsi:type="dcterms:W3CDTF">2022-12-09T18:45:25Z</dcterms:created>
  <dcterms:modified xsi:type="dcterms:W3CDTF">2022-12-09T18:51:08Z</dcterms:modified>
</cp:coreProperties>
</file>